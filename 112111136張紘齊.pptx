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1968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041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750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003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4171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637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719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7571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9372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002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7341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5945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pa.gov.tw/Pages/ashx/GetFile.ashx?lang=c&amp;type=1&amp;sid=58d15c4fd89247caac9b29fe42da9293" TargetMode="External"/><Relationship Id="rId2" Type="http://schemas.openxmlformats.org/officeDocument/2006/relationships/hyperlink" Target="https://www.hpa.gov.tw/Pages/List.aspx?nodeid=108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60178-0A3B-AAFB-F03E-908F10837D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7408" y="0"/>
            <a:ext cx="10058400" cy="1876508"/>
          </a:xfrm>
        </p:spPr>
        <p:txBody>
          <a:bodyPr>
            <a:normAutofit/>
          </a:bodyPr>
          <a:lstStyle/>
          <a:p>
            <a:pPr algn="ctr"/>
            <a:r>
              <a:rPr lang="zh-TW" altLang="zh-TW" sz="4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運用</a:t>
            </a:r>
            <a:r>
              <a:rPr lang="en-US" altLang="zh-TW" sz="4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Power BI </a:t>
            </a:r>
            <a:r>
              <a:rPr lang="zh-TW" altLang="zh-TW" sz="4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視覺化分析優化長照機構健康促進成效</a:t>
            </a:r>
            <a:endParaRPr lang="zh-TW" altLang="en-US" sz="4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EEBB660-ABD7-0DC5-1FF5-4EADAA43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資管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3A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112111136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張紘齊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ED09E05-DECE-42D4-4924-E2CC9236E65A}"/>
              </a:ext>
            </a:extLst>
          </p:cNvPr>
          <p:cNvSpPr txBox="1"/>
          <p:nvPr/>
        </p:nvSpPr>
        <p:spPr>
          <a:xfrm>
            <a:off x="1925627" y="2402380"/>
            <a:ext cx="83407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基於 中老年身心社會生活狀況長期追蹤調查 實證數據之研究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82702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D4A646-28B9-5928-2F2F-7B128A6AC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研究背景與動機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565D9F-2559-D9E7-C725-1881FD740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2025 年超高齡社會衝擊，長照資源緊縮。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採用國家級實證數據：《112年 TLSA 長期追蹤調查》（5,257 筆完訪資料）。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高齡者 UX 考量： 近五成教育程度在國小以下，傳統紙本衛教成效極低，亟需「視覺化」數位轉型。</a:t>
            </a:r>
          </a:p>
          <a:p>
            <a:pPr algn="ctr">
              <a:buFont typeface="Wingdings" panose="05000000000000000000" pitchFamily="2" charset="2"/>
              <a:buChar char="l"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4393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DD8564-A49F-E91A-B46D-79B34870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長照機構的三大醫管痛點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ABCEAA-F100-9E22-AEEA-2AA387B37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痛點一 (生理)：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77.3% 患慢性病、40.2% 日常活動受限 (GALI)。生理退化軌跡難以追蹤。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痛點二 (心理)：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11.9% 獨居、女性高齡憂鬱比例達 22.3% (CES-D)。心理危機隱匿且難以量化。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痛點三 (成效)：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42.0% 長者無運動習慣。機構推行健康促進缺乏客觀的投資報酬率 (ROI) 評估標準。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11050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3EF225-E581-A542-EDB9-1A69EE19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解決方案與系統架構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24709-37C9-3825-0C47-88D4C3294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導入商業智慧 (BI)：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打破護理系統與社工紀錄的「資料孤島」。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資料庫設計：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採用</a:t>
            </a: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星狀綱要 (Star Schema)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，以 [住民編號] 貫穿生理、心理與行為事實表。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預警機制：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撰寫 </a:t>
            </a: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DAX 邏輯運算式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，將靜態病歷轉化為自動化的布林運算燈號（如：跌倒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&gt;=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 次即亮紅燈）。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74328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BC89B9-4D47-5A8A-4B83-5A666B468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實作成果 - 生理與多重慢性病風險儀表板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圖片 1">
            <a:extLst>
              <a:ext uri="{FF2B5EF4-FFF2-40B4-BE49-F238E27FC236}">
                <a16:creationId xmlns:a16="http://schemas.microsoft.com/office/drawing/2014/main" id="{C018B1CB-BBE7-5F35-2C5D-F59E56447E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9664" y="1803621"/>
            <a:ext cx="7635118" cy="427960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6896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9ED975-0B4E-F03B-44FC-8EB207DE7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實作成果 - 心理安適與社交網絡預警儀表板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050" name="圖片 1">
            <a:extLst>
              <a:ext uri="{FF2B5EF4-FFF2-40B4-BE49-F238E27FC236}">
                <a16:creationId xmlns:a16="http://schemas.microsoft.com/office/drawing/2014/main" id="{D5B7E0E0-3F6D-4C6D-FA3D-2ED27D2A2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3755" y="1793804"/>
            <a:ext cx="7584489" cy="423320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810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376E9-6CD6-FD1F-F45E-7BB48E05A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2517" y="167334"/>
            <a:ext cx="10058400" cy="1450757"/>
          </a:xfrm>
        </p:spPr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實作成果 - 健康促進成效與資訊推廣儀表板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075" name="圖片 1">
            <a:extLst>
              <a:ext uri="{FF2B5EF4-FFF2-40B4-BE49-F238E27FC236}">
                <a16:creationId xmlns:a16="http://schemas.microsoft.com/office/drawing/2014/main" id="{7CF58BDF-ABCC-637C-51F3-43D46D848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5859" y="1773928"/>
            <a:ext cx="7880281" cy="43982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07044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9E26FA-0153-3DB2-1B91-0C895628E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研究貢獻與實務價值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E63A28-D3BD-4947-A107-E7AC99368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數據實用化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減輕第一線醫護與社工的認知負擔與報表彙整時間。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精準預防醫學：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實現從「事後補救」到「事前預防與精準介入」的管理翻轉。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資源最佳化：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讓長照經費與照護人力花在刀口上。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05695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2C5C14-192D-243A-1B5C-860EDC7D7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未來展望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2361FF-34A9-00E4-9083-16A7E4913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自動化介接：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未來可透過 API 直接串接機構電子病歷系統 (EMR)。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物聯網 (IoT) 融合：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結合防跌手環或智慧床墊，達成毫秒級即時串流 (Real-time Streaming) 監控。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預測建模：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導入機器學習，預測長者未來的衰退軌跡。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8718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0BD180-CE76-A936-1B65-7C8C751C5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1870" y="417444"/>
            <a:ext cx="10058400" cy="4023360"/>
          </a:xfrm>
        </p:spPr>
        <p:txBody>
          <a:bodyPr>
            <a:normAutofit/>
          </a:bodyPr>
          <a:lstStyle/>
          <a:p>
            <a:pPr algn="ctr"/>
            <a:r>
              <a:rPr lang="zh-TW" altLang="en-US" sz="6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謝謝大家</a:t>
            </a:r>
          </a:p>
        </p:txBody>
      </p:sp>
    </p:spTree>
    <p:extLst>
      <p:ext uri="{BB962C8B-B14F-4D97-AF65-F5344CB8AC3E}">
        <p14:creationId xmlns:p14="http://schemas.microsoft.com/office/powerpoint/2010/main" val="12311530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F6255A-5B78-309B-9DAB-12DD66AD8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參考文獻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938AEA-5323-3481-CECA-AB6FEEF9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zh-TW" dirty="0"/>
              <a:t>衛生福利部國民健康署</a:t>
            </a:r>
            <a:r>
              <a:rPr lang="en-US" altLang="zh-TW" dirty="0"/>
              <a:t>, "</a:t>
            </a:r>
            <a:r>
              <a:rPr lang="zh-TW" altLang="zh-TW" dirty="0"/>
              <a:t>中老年身心社會生活狀況長期追蹤調查</a:t>
            </a:r>
            <a:r>
              <a:rPr lang="en-US" altLang="zh-TW" dirty="0"/>
              <a:t>," 2024. [</a:t>
            </a:r>
            <a:r>
              <a:rPr lang="zh-TW" altLang="zh-TW" dirty="0"/>
              <a:t>線上資料</a:t>
            </a:r>
            <a:r>
              <a:rPr lang="en-US" altLang="zh-TW" dirty="0"/>
              <a:t>]: </a:t>
            </a:r>
            <a:r>
              <a:rPr lang="en-US" altLang="zh-TW" u="sng" dirty="0">
                <a:hlinkClick r:id="rId2"/>
              </a:rPr>
              <a:t>https://www.hpa.gov.tw/Pages/List.aspx?nodeid=108</a:t>
            </a:r>
            <a:r>
              <a:rPr lang="en-US" altLang="zh-TW" dirty="0"/>
              <a:t> </a:t>
            </a:r>
            <a:endParaRPr lang="zh-TW" altLang="zh-TW" dirty="0"/>
          </a:p>
          <a:p>
            <a:pPr lvl="0"/>
            <a:r>
              <a:rPr lang="en-US" altLang="zh-TW" u="sng" dirty="0" err="1">
                <a:hlinkClick r:id="rId3"/>
              </a:rPr>
              <a:t>衛生福利部國民健康署</a:t>
            </a:r>
            <a:r>
              <a:rPr lang="en-US" altLang="zh-TW" u="sng" dirty="0">
                <a:hlinkClick r:id="rId3"/>
              </a:rPr>
              <a:t>, "</a:t>
            </a:r>
            <a:r>
              <a:rPr lang="en-US" altLang="zh-TW" u="sng" dirty="0" err="1">
                <a:hlinkClick r:id="rId3"/>
              </a:rPr>
              <a:t>民國一百一十二年中老年身心社會生活狀況長期追蹤調查成果報告</a:t>
            </a:r>
            <a:r>
              <a:rPr lang="en-US" altLang="zh-TW" u="sng" dirty="0">
                <a:hlinkClick r:id="rId3"/>
              </a:rPr>
              <a:t>," </a:t>
            </a:r>
            <a:r>
              <a:rPr lang="en-US" altLang="zh-TW" u="sng" dirty="0" err="1">
                <a:hlinkClick r:id="rId3"/>
              </a:rPr>
              <a:t>台北</a:t>
            </a:r>
            <a:r>
              <a:rPr lang="en-US" altLang="zh-TW" u="sng" dirty="0">
                <a:hlinkClick r:id="rId3"/>
              </a:rPr>
              <a:t>: </a:t>
            </a:r>
            <a:r>
              <a:rPr lang="en-US" altLang="zh-TW" u="sng" dirty="0" err="1">
                <a:hlinkClick r:id="rId3"/>
              </a:rPr>
              <a:t>衛生福利部國民健康署</a:t>
            </a:r>
            <a:r>
              <a:rPr lang="en-US" altLang="zh-TW" u="sng" dirty="0">
                <a:hlinkClick r:id="rId3"/>
              </a:rPr>
              <a:t>, 2025.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2545064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</TotalTime>
  <Words>504</Words>
  <Application>Microsoft Office PowerPoint</Application>
  <PresentationFormat>寬螢幕</PresentationFormat>
  <Paragraphs>30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微軟正黑體</vt:lpstr>
      <vt:lpstr>Calibri</vt:lpstr>
      <vt:lpstr>Calibri Light</vt:lpstr>
      <vt:lpstr>Wingdings</vt:lpstr>
      <vt:lpstr>回顧</vt:lpstr>
      <vt:lpstr>運用 Power BI 視覺化分析優化長照機構健康促進成效</vt:lpstr>
      <vt:lpstr>研究背景與動機</vt:lpstr>
      <vt:lpstr>長照機構的三大醫管痛點</vt:lpstr>
      <vt:lpstr>解決方案與系統架構</vt:lpstr>
      <vt:lpstr>實作成果 - 生理與多重慢性病風險儀表板</vt:lpstr>
      <vt:lpstr>實作成果 - 心理安適與社交網絡預警儀表板</vt:lpstr>
      <vt:lpstr>實作成果 - 健康促進成效與資訊推廣儀表板</vt:lpstr>
      <vt:lpstr>研究貢獻與實務價值</vt:lpstr>
      <vt:lpstr>未來展望</vt:lpstr>
      <vt:lpstr>PowerPoint 簡報</vt:lpstr>
      <vt:lpstr>參考文獻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日四技資管3A 張紘齊</dc:creator>
  <cp:lastModifiedBy>日四技資管3A 張紘齊</cp:lastModifiedBy>
  <cp:revision>1</cp:revision>
  <dcterms:created xsi:type="dcterms:W3CDTF">2026-06-14T18:48:57Z</dcterms:created>
  <dcterms:modified xsi:type="dcterms:W3CDTF">2026-06-14T19:06:05Z</dcterms:modified>
</cp:coreProperties>
</file>